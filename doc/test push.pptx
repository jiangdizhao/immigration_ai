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38"/>
  </p:normalViewPr>
  <p:slideViewPr>
    <p:cSldViewPr snapToGrid="0">
      <p:cViewPr varScale="1">
        <p:scale>
          <a:sx n="128" d="100"/>
          <a:sy n="128" d="100"/>
        </p:scale>
        <p:origin x="5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9964A1-8D3E-ECA9-5B60-ADEE8610B6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847EDF5-43E1-21D4-9C1D-F9C2C1748C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B58B64-54FA-2D87-669C-8BFC561F8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4BE75-FA90-5243-A523-D6A10C98CFD2}" type="datetimeFigureOut">
              <a:rPr kumimoji="1" lang="zh-CN" altLang="en-US" smtClean="0"/>
              <a:t>2024/5/29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E7A328-D96A-1A26-340F-1893D3F64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F96736-51C4-14A7-F639-5C7EF1F84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242B7-B7C4-8840-A2EB-BFD4764E1B1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49097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AD9417-3B2B-9F21-1657-37069D5C7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EC101E-804E-0EDA-2A23-F7212E3529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DBCFF6-4420-C6DD-804E-1B8ED7B9D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4BE75-FA90-5243-A523-D6A10C98CFD2}" type="datetimeFigureOut">
              <a:rPr kumimoji="1" lang="zh-CN" altLang="en-US" smtClean="0"/>
              <a:t>2024/5/29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AEE158-C509-0CDE-911F-FEF388586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1AD52C-A0A6-B025-04BE-B1382A4D2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242B7-B7C4-8840-A2EB-BFD4764E1B1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76009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82FA1D-38D8-FC9C-25A3-2B9617CFE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4C4B5DD-5A12-A4A3-3563-934DD498CF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943B50-EF5C-1DD4-39F3-D328801A7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4BE75-FA90-5243-A523-D6A10C98CFD2}" type="datetimeFigureOut">
              <a:rPr kumimoji="1" lang="zh-CN" altLang="en-US" smtClean="0"/>
              <a:t>2024/5/29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A4AD4B-BE23-D675-16DB-D6A9FACFC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169851-F2C2-0D2E-A701-3E0D508E5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242B7-B7C4-8840-A2EB-BFD4764E1B1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71388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4E49B5-4092-AC23-6FAB-A77FF499C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2CDC13-24FB-3BCC-B582-E999BA1A81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8C75289-D9DB-4569-5509-75C2BCA2F0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16FA744-5CEC-118C-1ECC-848FE34CD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4BE75-FA90-5243-A523-D6A10C98CFD2}" type="datetimeFigureOut">
              <a:rPr kumimoji="1" lang="zh-CN" altLang="en-US" smtClean="0"/>
              <a:t>2024/5/29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0DB2AD6-D40B-1460-36CD-1230FDFF0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54191F6-2B6E-B108-1168-8CA5350C5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242B7-B7C4-8840-A2EB-BFD4764E1B1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51832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63AA04-1E09-1F77-5FB1-DEAA49FFB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8459BD7-8006-B600-CD16-C112569C9F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B139EE7-8E37-A6D0-AF1A-B1EF863537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8009697-9F41-0A2E-DF4C-8345E5D100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E76D559-8EB4-81E5-128F-C3ACD339F9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1A92F66-8A14-ABC8-CF1F-C9C64E6E8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4BE75-FA90-5243-A523-D6A10C98CFD2}" type="datetimeFigureOut">
              <a:rPr kumimoji="1" lang="zh-CN" altLang="en-US" smtClean="0"/>
              <a:t>2024/5/29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C248D7E-BACE-2718-147E-ADA0AB414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77A2106-B15A-685E-EA49-D68DF9580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242B7-B7C4-8840-A2EB-BFD4764E1B1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44047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ED37FC-093A-622F-6F3F-056548BE4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4D335EE-E784-5A50-6BB6-E39E2EB59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4BE75-FA90-5243-A523-D6A10C98CFD2}" type="datetimeFigureOut">
              <a:rPr kumimoji="1" lang="zh-CN" altLang="en-US" smtClean="0"/>
              <a:t>2024/5/29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9ECE89B-88F6-C2D6-2F1A-CBF49C2B2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41BD63D-0F1D-51BE-A942-B955B5EA5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242B7-B7C4-8840-A2EB-BFD4764E1B1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16789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CE441-AF4B-B37B-1344-2CA8A133F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4BE75-FA90-5243-A523-D6A10C98CFD2}" type="datetimeFigureOut">
              <a:rPr kumimoji="1" lang="zh-CN" altLang="en-US" smtClean="0"/>
              <a:t>2024/5/29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F702132-6E7C-8114-4812-B56CAB330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C4F41FE-8AF5-9D8B-734D-C63803612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242B7-B7C4-8840-A2EB-BFD4764E1B1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27153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62E052-011B-C7A1-D82A-3D8FC41F2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63124E-502C-B936-EE07-6BB6B810A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91DD05F-B16F-1FDF-4466-AEFC74A854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2819F05-C11E-F021-630F-5346ABEB4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4BE75-FA90-5243-A523-D6A10C98CFD2}" type="datetimeFigureOut">
              <a:rPr kumimoji="1" lang="zh-CN" altLang="en-US" smtClean="0"/>
              <a:t>2024/5/29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1F54135-7AAC-F5AB-C84A-C09B3715D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5FAE0CF-F0CA-B4DA-CF4C-BD2754AEF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242B7-B7C4-8840-A2EB-BFD4764E1B1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89504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3391E7-CB73-E4C5-91A1-32DEBE926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F10D66E-27FF-1EC0-8D09-E326D85321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B52CD43-5A24-81D9-D915-8BC9AAA9E8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9D6CF99-C7A4-F16E-E2B6-143FB8401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4BE75-FA90-5243-A523-D6A10C98CFD2}" type="datetimeFigureOut">
              <a:rPr kumimoji="1" lang="zh-CN" altLang="en-US" smtClean="0"/>
              <a:t>2024/5/29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AE9BE4C-EEC2-4329-2E25-87EF6E906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8DBF068-5762-E493-511F-269327278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242B7-B7C4-8840-A2EB-BFD4764E1B1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56986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65415C-5511-E198-3B01-E27AAB6B9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D049C11-9171-7C7F-9646-8F47A81D0E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DBD2A3E-A0C1-66CD-7397-FBA2D4E65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4BE75-FA90-5243-A523-D6A10C98CFD2}" type="datetimeFigureOut">
              <a:rPr kumimoji="1" lang="zh-CN" altLang="en-US" smtClean="0"/>
              <a:t>2024/5/29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867A59-C397-EC28-282C-68A1E7170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F4B0B4-BCEE-BE74-99FB-6874DDB27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242B7-B7C4-8840-A2EB-BFD4764E1B1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65030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DC1F34B-80EA-D7A1-9E15-1BE8E11790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32A69B0-6218-4EC1-3BBD-9C6AF38867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E29CDD-F9EA-5EA2-A44F-EF4FB5D09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4BE75-FA90-5243-A523-D6A10C98CFD2}" type="datetimeFigureOut">
              <a:rPr kumimoji="1" lang="zh-CN" altLang="en-US" smtClean="0"/>
              <a:t>2024/5/29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9A36A2-6EE2-4276-938D-98238E60E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80BE7C-A3F0-2D7F-FEFC-619158159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242B7-B7C4-8840-A2EB-BFD4764E1B1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74658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4233AC6-8D18-33B7-0F40-497D35612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B9F6FD7-EEE3-3935-3AB6-D1EEE83E7E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D7EDA1-5D33-5FAF-FF77-69B741C52B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C4BE75-FA90-5243-A523-D6A10C98CFD2}" type="datetimeFigureOut">
              <a:rPr kumimoji="1" lang="zh-CN" altLang="en-US" smtClean="0"/>
              <a:t>2024/5/29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BDA745-1619-5EBE-027D-C41803A276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CACF06-A7DF-C64D-29B7-61B3E802E2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9242B7-B7C4-8840-A2EB-BFD4764E1B1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92009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梯形 4">
            <a:extLst>
              <a:ext uri="{FF2B5EF4-FFF2-40B4-BE49-F238E27FC236}">
                <a16:creationId xmlns:a16="http://schemas.microsoft.com/office/drawing/2014/main" id="{9D9AE43F-09EF-DAE9-FBDB-3D268C1645D8}"/>
              </a:ext>
            </a:extLst>
          </p:cNvPr>
          <p:cNvSpPr/>
          <p:nvPr/>
        </p:nvSpPr>
        <p:spPr>
          <a:xfrm>
            <a:off x="2657026" y="1840726"/>
            <a:ext cx="2383574" cy="725560"/>
          </a:xfrm>
          <a:prstGeom prst="trapezoid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GB" altLang="zh-CN" dirty="0"/>
              <a:t>Joint </a:t>
            </a:r>
            <a:r>
              <a:rPr kumimoji="1" lang="en-GB" altLang="zh-CN" dirty="0" err="1"/>
              <a:t>signaling</a:t>
            </a:r>
            <a:r>
              <a:rPr kumimoji="1" lang="en-GB" altLang="zh-CN" dirty="0"/>
              <a:t> &amp; processing</a:t>
            </a:r>
            <a:endParaRPr kumimoji="1" lang="zh-CN" altLang="en-US" dirty="0"/>
          </a:p>
        </p:txBody>
      </p:sp>
      <p:sp>
        <p:nvSpPr>
          <p:cNvPr id="6" name="梯形 5">
            <a:extLst>
              <a:ext uri="{FF2B5EF4-FFF2-40B4-BE49-F238E27FC236}">
                <a16:creationId xmlns:a16="http://schemas.microsoft.com/office/drawing/2014/main" id="{36FAD89A-DCF0-6C68-9700-19E9C900D751}"/>
              </a:ext>
            </a:extLst>
          </p:cNvPr>
          <p:cNvSpPr/>
          <p:nvPr/>
        </p:nvSpPr>
        <p:spPr>
          <a:xfrm>
            <a:off x="2433753" y="2622934"/>
            <a:ext cx="2840774" cy="622194"/>
          </a:xfrm>
          <a:prstGeom prst="trapezoid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GB" altLang="zh-CN" dirty="0"/>
              <a:t>Share hardware</a:t>
            </a:r>
            <a:endParaRPr kumimoji="1" lang="zh-CN" altLang="en-US" dirty="0"/>
          </a:p>
        </p:txBody>
      </p:sp>
      <p:sp>
        <p:nvSpPr>
          <p:cNvPr id="7" name="梯形 6">
            <a:extLst>
              <a:ext uri="{FF2B5EF4-FFF2-40B4-BE49-F238E27FC236}">
                <a16:creationId xmlns:a16="http://schemas.microsoft.com/office/drawing/2014/main" id="{E8B6A367-99CF-D29C-6825-47E2AF7879DA}"/>
              </a:ext>
            </a:extLst>
          </p:cNvPr>
          <p:cNvSpPr/>
          <p:nvPr/>
        </p:nvSpPr>
        <p:spPr>
          <a:xfrm>
            <a:off x="2211227" y="3301776"/>
            <a:ext cx="3275173" cy="622194"/>
          </a:xfrm>
          <a:prstGeom prst="trapezoid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135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Share spectrum</a:t>
            </a:r>
            <a:endParaRPr kumimoji="1" lang="zh-CN" altLang="en-US" dirty="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640D8C5A-CDCC-0D51-C780-C72097D0CE2A}"/>
              </a:ext>
            </a:extLst>
          </p:cNvPr>
          <p:cNvSpPr/>
          <p:nvPr/>
        </p:nvSpPr>
        <p:spPr>
          <a:xfrm>
            <a:off x="9758247" y="353692"/>
            <a:ext cx="3525078" cy="4101709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" name="三角形 12">
            <a:extLst>
              <a:ext uri="{FF2B5EF4-FFF2-40B4-BE49-F238E27FC236}">
                <a16:creationId xmlns:a16="http://schemas.microsoft.com/office/drawing/2014/main" id="{99BDF142-9BB0-2611-E71F-8366937280C0}"/>
              </a:ext>
            </a:extLst>
          </p:cNvPr>
          <p:cNvSpPr/>
          <p:nvPr/>
        </p:nvSpPr>
        <p:spPr>
          <a:xfrm>
            <a:off x="2918010" y="645574"/>
            <a:ext cx="1861605" cy="1138504"/>
          </a:xfrm>
          <a:prstGeom prst="triangle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GB" altLang="zh-CN" sz="1400" dirty="0" err="1"/>
              <a:t>Percepive</a:t>
            </a:r>
            <a:r>
              <a:rPr kumimoji="1" lang="en-GB" altLang="zh-CN" sz="1400" dirty="0"/>
              <a:t> network</a:t>
            </a:r>
            <a:endParaRPr kumimoji="1" lang="zh-CN" altLang="en-US" sz="1400" dirty="0"/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B15F7758-957A-6A0D-2F46-289D858F9550}"/>
              </a:ext>
            </a:extLst>
          </p:cNvPr>
          <p:cNvCxnSpPr>
            <a:stCxn id="13" idx="5"/>
          </p:cNvCxnSpPr>
          <p:nvPr/>
        </p:nvCxnSpPr>
        <p:spPr>
          <a:xfrm>
            <a:off x="4314214" y="1214826"/>
            <a:ext cx="11026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586F82CC-DC22-6CFF-9113-8231130F8E9C}"/>
              </a:ext>
            </a:extLst>
          </p:cNvPr>
          <p:cNvSpPr txBox="1"/>
          <p:nvPr/>
        </p:nvSpPr>
        <p:spPr>
          <a:xfrm>
            <a:off x="5416824" y="834887"/>
            <a:ext cx="4483722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latin typeface="SimHei" panose="02010609060101010101" pitchFamily="49" charset="-122"/>
                <a:ea typeface="SimHei" panose="02010609060101010101" pitchFamily="49" charset="-122"/>
              </a:rPr>
              <a:t>Huge</a:t>
            </a:r>
            <a:r>
              <a:rPr kumimoji="1" lang="zh-CN" altLang="en-US" sz="1400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kumimoji="1" lang="en-US" altLang="zh-CN" sz="1400" dirty="0" err="1">
                <a:latin typeface="SimHei" panose="02010609060101010101" pitchFamily="49" charset="-122"/>
                <a:ea typeface="SimHei" panose="02010609060101010101" pitchFamily="49" charset="-122"/>
              </a:rPr>
              <a:t>sensing&amp;comm</a:t>
            </a:r>
            <a:r>
              <a:rPr kumimoji="1" lang="zh-CN" altLang="en-US" sz="1400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kumimoji="1" lang="en-US" altLang="zh-CN" sz="1400" dirty="0">
                <a:latin typeface="SimHei" panose="02010609060101010101" pitchFamily="49" charset="-122"/>
                <a:ea typeface="SimHei" panose="02010609060101010101" pitchFamily="49" charset="-122"/>
              </a:rPr>
              <a:t>data</a:t>
            </a:r>
            <a:r>
              <a:rPr kumimoji="1" lang="zh-CN" altLang="en-US" sz="1400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kumimoji="1" lang="en-US" altLang="zh-CN" sz="1400" dirty="0">
                <a:latin typeface="SimHei" panose="02010609060101010101" pitchFamily="49" charset="-122"/>
                <a:ea typeface="SimHei" panose="02010609060101010101" pitchFamily="49" charset="-122"/>
              </a:rPr>
              <a:t>fusion</a:t>
            </a:r>
            <a:r>
              <a:rPr kumimoji="1" lang="zh-CN" altLang="en-US" sz="1400" dirty="0">
                <a:latin typeface="SimHei" panose="02010609060101010101" pitchFamily="49" charset="-122"/>
                <a:ea typeface="SimHei" panose="02010609060101010101" pitchFamily="49" charset="-122"/>
              </a:rPr>
              <a:t>：</a:t>
            </a:r>
            <a:endParaRPr kumimoji="1" lang="en-US" altLang="zh-CN" sz="1400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en-US" altLang="zh-CN" sz="1400" dirty="0">
                <a:latin typeface="SimHei" panose="02010609060101010101" pitchFamily="49" charset="-122"/>
                <a:ea typeface="SimHei" panose="02010609060101010101" pitchFamily="49" charset="-122"/>
              </a:rPr>
              <a:t>multiple sensor</a:t>
            </a:r>
            <a:r>
              <a:rPr kumimoji="1" lang="zh-CN" altLang="en-US" sz="1400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kumimoji="1" lang="en-US" altLang="zh-CN" sz="1400" dirty="0">
                <a:latin typeface="SimHei" panose="02010609060101010101" pitchFamily="49" charset="-122"/>
                <a:ea typeface="SimHei" panose="02010609060101010101" pitchFamily="49" charset="-122"/>
              </a:rPr>
              <a:t>link coordination Optimization</a:t>
            </a:r>
            <a:r>
              <a:rPr kumimoji="1" lang="zh-CN" altLang="en-US" sz="1400" dirty="0">
                <a:latin typeface="SimHei" panose="02010609060101010101" pitchFamily="49" charset="-122"/>
                <a:ea typeface="SimHei" panose="02010609060101010101" pitchFamily="49" charset="-122"/>
              </a:rPr>
              <a:t>；</a:t>
            </a:r>
            <a:endParaRPr kumimoji="1" lang="en-US" altLang="zh-CN" sz="1400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en-US" altLang="zh-CN" sz="1400" dirty="0">
                <a:latin typeface="SimHei" panose="02010609060101010101" pitchFamily="49" charset="-122"/>
                <a:ea typeface="SimHei" panose="02010609060101010101" pitchFamily="49" charset="-122"/>
              </a:rPr>
              <a:t>Edge</a:t>
            </a:r>
            <a:r>
              <a:rPr kumimoji="1" lang="zh-CN" altLang="en-US" sz="1400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kumimoji="1" lang="en-US" altLang="zh-CN" sz="1400" dirty="0">
                <a:latin typeface="SimHei" panose="02010609060101010101" pitchFamily="49" charset="-122"/>
                <a:ea typeface="SimHei" panose="02010609060101010101" pitchFamily="49" charset="-122"/>
              </a:rPr>
              <a:t>c</a:t>
            </a:r>
            <a:r>
              <a:rPr kumimoji="1" lang="zh-CN" altLang="en-US" sz="1400" dirty="0">
                <a:latin typeface="SimHei" panose="02010609060101010101" pitchFamily="49" charset="-122"/>
                <a:ea typeface="SimHei" panose="02010609060101010101" pitchFamily="49" charset="-122"/>
              </a:rPr>
              <a:t>；</a:t>
            </a:r>
            <a:endParaRPr kumimoji="1" lang="en-US" altLang="zh-CN" sz="1400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en-US" altLang="zh-CN" sz="1400" dirty="0">
                <a:latin typeface="SimHei" panose="02010609060101010101" pitchFamily="49" charset="-122"/>
                <a:ea typeface="SimHei" panose="02010609060101010101" pitchFamily="49" charset="-122"/>
              </a:rPr>
              <a:t>AI</a:t>
            </a:r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46B4ED97-85C7-7854-F858-5B1B0E85032C}"/>
              </a:ext>
            </a:extLst>
          </p:cNvPr>
          <p:cNvCxnSpPr>
            <a:stCxn id="5" idx="1"/>
          </p:cNvCxnSpPr>
          <p:nvPr/>
        </p:nvCxnSpPr>
        <p:spPr>
          <a:xfrm flipH="1" flipV="1">
            <a:off x="2136913" y="2196548"/>
            <a:ext cx="610808" cy="69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30F5AB5B-C2A3-4132-EC54-544BF7ED11ED}"/>
              </a:ext>
            </a:extLst>
          </p:cNvPr>
          <p:cNvSpPr txBox="1"/>
          <p:nvPr/>
        </p:nvSpPr>
        <p:spPr>
          <a:xfrm>
            <a:off x="420869" y="1381346"/>
            <a:ext cx="1861605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latin typeface="SimHei" panose="02010609060101010101" pitchFamily="49" charset="-122"/>
                <a:ea typeface="SimHei" panose="02010609060101010101" pitchFamily="49" charset="-122"/>
              </a:rPr>
              <a:t>Comm</a:t>
            </a:r>
            <a:r>
              <a:rPr kumimoji="1" lang="zh-CN" altLang="en-US" sz="1400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kumimoji="1" lang="en-US" altLang="zh-CN" sz="1400" dirty="0">
                <a:latin typeface="SimHei" panose="02010609060101010101" pitchFamily="49" charset="-122"/>
                <a:ea typeface="SimHei" panose="02010609060101010101" pitchFamily="49" charset="-122"/>
              </a:rPr>
              <a:t>center</a:t>
            </a:r>
            <a:r>
              <a:rPr kumimoji="1" lang="zh-CN" altLang="en-US" sz="1400" dirty="0">
                <a:latin typeface="SimHei" panose="02010609060101010101" pitchFamily="49" charset="-122"/>
                <a:ea typeface="SimHei" panose="02010609060101010101" pitchFamily="49" charset="-122"/>
              </a:rPr>
              <a:t>：</a:t>
            </a:r>
            <a:endParaRPr kumimoji="1" lang="en-US" altLang="zh-CN" sz="1400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en-US" altLang="zh-CN" sz="1400" dirty="0">
                <a:latin typeface="SimHei" panose="02010609060101010101" pitchFamily="49" charset="-122"/>
                <a:ea typeface="SimHei" panose="02010609060101010101" pitchFamily="49" charset="-122"/>
              </a:rPr>
              <a:t>OFDM-based</a:t>
            </a:r>
          </a:p>
          <a:p>
            <a:endParaRPr kumimoji="1" lang="en-US" altLang="zh-CN" sz="1400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en-US" altLang="zh-CN" sz="1400" dirty="0">
                <a:latin typeface="SimHei" panose="02010609060101010101" pitchFamily="49" charset="-122"/>
                <a:ea typeface="SimHei" panose="02010609060101010101" pitchFamily="49" charset="-122"/>
              </a:rPr>
              <a:t>Sensing</a:t>
            </a:r>
            <a:r>
              <a:rPr kumimoji="1" lang="zh-CN" altLang="en-US" sz="1400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kumimoji="1" lang="en-US" altLang="zh-CN" sz="1400" dirty="0">
                <a:latin typeface="SimHei" panose="02010609060101010101" pitchFamily="49" charset="-122"/>
                <a:ea typeface="SimHei" panose="02010609060101010101" pitchFamily="49" charset="-122"/>
              </a:rPr>
              <a:t>center</a:t>
            </a:r>
            <a:r>
              <a:rPr kumimoji="1" lang="zh-CN" altLang="en-US" sz="1400" dirty="0">
                <a:latin typeface="SimHei" panose="02010609060101010101" pitchFamily="49" charset="-122"/>
                <a:ea typeface="SimHei" panose="02010609060101010101" pitchFamily="49" charset="-122"/>
              </a:rPr>
              <a:t>：</a:t>
            </a:r>
            <a:endParaRPr kumimoji="1" lang="en-US" altLang="zh-CN" sz="1400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en-US" altLang="zh-CN" sz="1400" dirty="0">
                <a:latin typeface="SimHei" panose="02010609060101010101" pitchFamily="49" charset="-122"/>
                <a:ea typeface="SimHei" panose="02010609060101010101" pitchFamily="49" charset="-122"/>
              </a:rPr>
              <a:t>PC-FMCW</a:t>
            </a:r>
          </a:p>
          <a:p>
            <a:endParaRPr kumimoji="1" lang="en-US" altLang="zh-CN" sz="1400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en-US" altLang="zh-CN" sz="1400" dirty="0">
                <a:latin typeface="SimHei" panose="02010609060101010101" pitchFamily="49" charset="-122"/>
                <a:ea typeface="SimHei" panose="02010609060101010101" pitchFamily="49" charset="-122"/>
              </a:rPr>
              <a:t>Joint</a:t>
            </a:r>
            <a:r>
              <a:rPr kumimoji="1" lang="zh-CN" altLang="en-US" sz="1400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kumimoji="1" lang="en-US" altLang="zh-CN" sz="1400" dirty="0" err="1">
                <a:latin typeface="SimHei" panose="02010609060101010101" pitchFamily="49" charset="-122"/>
                <a:ea typeface="SimHei" panose="02010609060101010101" pitchFamily="49" charset="-122"/>
              </a:rPr>
              <a:t>c&amp;s</a:t>
            </a:r>
            <a:r>
              <a:rPr kumimoji="1" lang="zh-CN" altLang="en-US" sz="1400" dirty="0">
                <a:latin typeface="SimHei" panose="02010609060101010101" pitchFamily="49" charset="-122"/>
                <a:ea typeface="SimHei" panose="02010609060101010101" pitchFamily="49" charset="-122"/>
              </a:rPr>
              <a:t>：</a:t>
            </a:r>
            <a:endParaRPr kumimoji="1" lang="en-US" altLang="zh-CN" sz="1400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kumimoji="1" lang="zh-CN" altLang="zh-CN" sz="1400" dirty="0">
                <a:latin typeface="SimHei" panose="02010609060101010101" pitchFamily="49" charset="-122"/>
                <a:ea typeface="SimHei" panose="02010609060101010101" pitchFamily="49" charset="-122"/>
              </a:rPr>
              <a:t>DFRC</a:t>
            </a:r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05999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kumimoji="1" dirty="0" smtClean="0">
            <a:solidFill>
              <a:srgbClr val="FF0000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1124</TotalTime>
  <Words>41</Words>
  <Application>Microsoft Macintosh PowerPoint</Application>
  <PresentationFormat>宽屏</PresentationFormat>
  <Paragraphs>17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SimHei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user</dc:creator>
  <cp:lastModifiedBy>office user</cp:lastModifiedBy>
  <cp:revision>1</cp:revision>
  <dcterms:created xsi:type="dcterms:W3CDTF">2024-05-29T06:02:07Z</dcterms:created>
  <dcterms:modified xsi:type="dcterms:W3CDTF">2024-05-30T00:46:09Z</dcterms:modified>
</cp:coreProperties>
</file>